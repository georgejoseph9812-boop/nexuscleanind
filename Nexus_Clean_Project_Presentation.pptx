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D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CLEAN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Smart Waste Management &amp; Predictive Intelligence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Don't Just Report Waste. Predict 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Waste Management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Traditional waste collection is reactive and inefficient.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Overflowing Bins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Missed pickups cause unhygienic conditions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Inefficient Routes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Trucks waste fuel checking empty zones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Lack of Visibility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City admins struggle to identify hotspots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1A0"/>
                </a:solidFill>
              </a:rPr>
              <a:t>Introducing Nexus Clean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22860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0D1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Citizens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(Report &amp; Monitor)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2560320"/>
            <a:ext cx="73152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1828800"/>
            <a:ext cx="2743200" cy="1828800"/>
          </a:xfrm>
          <a:prstGeom prst="rect">
            <a:avLst/>
          </a:prstGeom>
          <a:solidFill>
            <a:srgbClr val="00D1A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8288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Smart Waste Platform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(Data + AI + Analytics)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2560320"/>
            <a:ext cx="73152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2286000"/>
            <a:ext cx="22860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00D1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Operations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(Intelligent Action)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How Nexus Clean Works</a:t>
            </a:r>
            <a:endParaRPr lang="en-US" sz="3200" dirty="0"/>
          </a:p>
        </p:txBody>
      </p:sp>
      <p:pic>
        <p:nvPicPr>
          <p:cNvPr id="3" name="Image 0" descr="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371600"/>
            <a:ext cx="4572000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Citizen Web Client -&gt; React/Vite Frontend -&gt; Express/Node API -&gt; PostgreSQL/Gemini AI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1A0"/>
                </a:solidFill>
              </a:rPr>
              <a:t>Built for Different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1A0"/>
                </a:solidFill>
              </a:rPr>
              <a:t>Citizen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Report waste issues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Request pickups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View resolution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Track Eco-Score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3F5E"/>
                </a:solidFill>
              </a:rPr>
              <a:t>Admin / Operations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2743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Monitor reports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Dispatch trucks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Predictive analytics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Resolve hotspots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Citizen Experience</a:t>
            </a:r>
            <a:endParaRPr lang="en-US" sz="3200" dirty="0"/>
          </a:p>
        </p:txBody>
      </p:sp>
      <p:pic>
        <p:nvPicPr>
          <p:cNvPr id="3" name="Image 0" descr="citize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Operations &amp; Admin Intelligence</a:t>
            </a:r>
            <a:endParaRPr lang="en-US" sz="3200" dirty="0"/>
          </a:p>
        </p:txBody>
      </p:sp>
      <p:pic>
        <p:nvPicPr>
          <p:cNvPr id="3" name="Image 0" descr="admi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From Data to Decisions</a:t>
            </a:r>
            <a:endParaRPr lang="en-US" sz="3200" dirty="0"/>
          </a:p>
        </p:txBody>
      </p:sp>
      <p:pic>
        <p:nvPicPr>
          <p:cNvPr id="3" name="Image 0" descr="admin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1A0"/>
                </a:solidFill>
              </a:rPr>
              <a:t>Predictive Intelligence</a:t>
            </a:r>
            <a:endParaRPr lang="en-US" sz="3200" dirty="0"/>
          </a:p>
        </p:txBody>
      </p:sp>
      <p:pic>
        <p:nvPicPr>
          <p:cNvPr id="3" name="Image 0" descr="admin_predic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Powered by Google Gemini AI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0" y="2560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Image Analysis: Identifies waste types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Resolution Verification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Historical Data Processing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Hotspot Forecasting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Technology Behind Nexus Clean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2860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React 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Vite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Tailwind CSS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Recharts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22860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Node.js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Express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JWT Auth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Rate Limiting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Data &amp; 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Supabase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Google Gemini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? GenAI SDK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1A0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1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8FAFC"/>
                </a:solidFill>
              </a:rPr>
              <a:t>Citizen Web Client (React)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9120" y="2377440"/>
            <a:ext cx="365760" cy="54864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3017520"/>
            <a:ext cx="27432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1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017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8FAFC"/>
                </a:solidFill>
              </a:rPr>
              <a:t>REST API (Node / Express)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0" y="4023360"/>
            <a:ext cx="365760" cy="54864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4023360"/>
            <a:ext cx="365760" cy="54864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663440"/>
            <a:ext cx="27432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663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8FAFC"/>
                </a:solidFill>
              </a:rPr>
              <a:t>Database (Supabase / PG)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29200" y="4663440"/>
            <a:ext cx="27432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4663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8FAFC"/>
                </a:solidFill>
              </a:rPr>
              <a:t>AI Service (Gemini)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Key Features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Complaint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Report and track waste issues with photos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657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AI Image 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Automated analysis of waste using Gemini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3657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Smart Pickups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Request pickups for bulk waste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Predictive Hotspots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Identify recurring zones before they overflow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3657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Eco-Score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Gamified civic engagement for citizens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4023360"/>
            <a:ext cx="3657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Admin Analytics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Deep insights into operational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Built for Secure &amp; Reliable Operation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? Authentication &amp; Authorization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JWT tokens and bcrypt password hashing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? API Protection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Strict rate-limiting and Helmet HTTP security headers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? Network Security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CORS configured for designated frontend origins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? Resilient Architecture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Graceful fallbacks to prototype intelligence if AI is down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1A0"/>
                </a:solidFill>
              </a:rPr>
              <a:t>Why Nexus Clean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274320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BEFORE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Unreported waste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Blind routing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High fuel costs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? Frustrated citizens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3017520"/>
            <a:ext cx="548640" cy="365760"/>
          </a:xfrm>
          <a:prstGeom prst="rightArrow">
            <a:avLst/>
          </a:prstGeom>
          <a:solidFill>
            <a:srgbClr val="00D1A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828800"/>
            <a:ext cx="274320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0D1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1A0"/>
                </a:solidFill>
              </a:rPr>
              <a:t>NEXUS CLEAN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Data-driven routing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Faster reporting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Smart resource 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? Engaged communities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What's Next? (Future Scope)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1. IoT Smart-Bin Integration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Connecting physical fill-level sensors to the platform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2. GPS-Enabled Collection Optimization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Real-time turn-by-turn navigation for drivers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3. Mobile Application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Native iOS and Android apps for on-the-go reporting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4. Multi-City Deployment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  Scaling the architecture to support state-wide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Let's Build Cleaner, Smarter Cities.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1A0"/>
                </a:solidFill>
              </a:rPr>
              <a:t>NEXUS CLEAN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Smart Waste Management + Predictive Intelligence + Citizen Engagement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Live Demo Ready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2026-10-01T07:42:56Z</dcterms:created>
  <dcterms:modified xsi:type="dcterms:W3CDTF">2026-10-01T07:42:56Z</dcterms:modified>
</cp:coreProperties>
</file>